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oubag Medium" charset="1" panose="02020A03060303060403"/>
      <p:regular r:id="rId17"/>
    </p:embeddedFont>
    <p:embeddedFont>
      <p:font typeface="Nunito Bold" charset="1" panose="00000800000000000000"/>
      <p:regular r:id="rId18"/>
    </p:embeddedFont>
    <p:embeddedFont>
      <p:font typeface="Nunito Bold Bold" charset="1" panose="00000000000000000000"/>
      <p:regular r:id="rId19"/>
    </p:embeddedFont>
    <p:embeddedFont>
      <p:font typeface="Nunito" charset="1" panose="00000500000000000000"/>
      <p:regular r:id="rId20"/>
    </p:embeddedFont>
    <p:embeddedFont>
      <p:font typeface="Arimo Bold" charset="1" panose="020B0704020202020204"/>
      <p:regular r:id="rId21"/>
    </p:embeddedFont>
    <p:embeddedFont>
      <p:font typeface="Loubag" charset="1" panose="02020A03060303060403"/>
      <p:regular r:id="rId22"/>
    </p:embeddedFont>
    <p:embeddedFont>
      <p:font typeface="Arimo" charset="1" panose="020B06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68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6399">
            <a:off x="4298613" y="-5611515"/>
            <a:ext cx="15411678" cy="17334198"/>
          </a:xfrm>
          <a:custGeom>
            <a:avLst/>
            <a:gdLst/>
            <a:ahLst/>
            <a:cxnLst/>
            <a:rect r="r" b="b" t="t" l="l"/>
            <a:pathLst>
              <a:path h="17334198" w="15411678">
                <a:moveTo>
                  <a:pt x="0" y="0"/>
                </a:moveTo>
                <a:lnTo>
                  <a:pt x="15411678" y="0"/>
                </a:lnTo>
                <a:lnTo>
                  <a:pt x="15411678" y="17334198"/>
                </a:lnTo>
                <a:lnTo>
                  <a:pt x="0" y="17334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25413" y="2402716"/>
            <a:ext cx="8841254" cy="8005354"/>
          </a:xfrm>
          <a:custGeom>
            <a:avLst/>
            <a:gdLst/>
            <a:ahLst/>
            <a:cxnLst/>
            <a:rect r="r" b="b" t="t" l="l"/>
            <a:pathLst>
              <a:path h="8005354" w="8841254">
                <a:moveTo>
                  <a:pt x="0" y="0"/>
                </a:moveTo>
                <a:lnTo>
                  <a:pt x="8841255" y="0"/>
                </a:lnTo>
                <a:lnTo>
                  <a:pt x="8841255" y="8005354"/>
                </a:lnTo>
                <a:lnTo>
                  <a:pt x="0" y="80053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14751" y="6989146"/>
            <a:ext cx="972008" cy="1000596"/>
          </a:xfrm>
          <a:custGeom>
            <a:avLst/>
            <a:gdLst/>
            <a:ahLst/>
            <a:cxnLst/>
            <a:rect r="r" b="b" t="t" l="l"/>
            <a:pathLst>
              <a:path h="1000596" w="972008">
                <a:moveTo>
                  <a:pt x="0" y="0"/>
                </a:moveTo>
                <a:lnTo>
                  <a:pt x="972008" y="0"/>
                </a:lnTo>
                <a:lnTo>
                  <a:pt x="972008" y="1000597"/>
                </a:lnTo>
                <a:lnTo>
                  <a:pt x="0" y="10005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81448" y="3657300"/>
            <a:ext cx="835578" cy="860154"/>
          </a:xfrm>
          <a:custGeom>
            <a:avLst/>
            <a:gdLst/>
            <a:ahLst/>
            <a:cxnLst/>
            <a:rect r="r" b="b" t="t" l="l"/>
            <a:pathLst>
              <a:path h="860154" w="835578">
                <a:moveTo>
                  <a:pt x="0" y="0"/>
                </a:moveTo>
                <a:lnTo>
                  <a:pt x="835579" y="0"/>
                </a:lnTo>
                <a:lnTo>
                  <a:pt x="835579" y="860154"/>
                </a:lnTo>
                <a:lnTo>
                  <a:pt x="0" y="8601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83892" y="8490041"/>
            <a:ext cx="1492617" cy="1536518"/>
          </a:xfrm>
          <a:custGeom>
            <a:avLst/>
            <a:gdLst/>
            <a:ahLst/>
            <a:cxnLst/>
            <a:rect r="r" b="b" t="t" l="l"/>
            <a:pathLst>
              <a:path h="1536518" w="1492617">
                <a:moveTo>
                  <a:pt x="0" y="0"/>
                </a:moveTo>
                <a:lnTo>
                  <a:pt x="1492617" y="0"/>
                </a:lnTo>
                <a:lnTo>
                  <a:pt x="1492617" y="1536518"/>
                </a:lnTo>
                <a:lnTo>
                  <a:pt x="0" y="1536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29613" y="451700"/>
            <a:ext cx="1492617" cy="1536518"/>
          </a:xfrm>
          <a:custGeom>
            <a:avLst/>
            <a:gdLst/>
            <a:ahLst/>
            <a:cxnLst/>
            <a:rect r="r" b="b" t="t" l="l"/>
            <a:pathLst>
              <a:path h="1536518" w="1492617">
                <a:moveTo>
                  <a:pt x="0" y="0"/>
                </a:moveTo>
                <a:lnTo>
                  <a:pt x="1492618" y="0"/>
                </a:lnTo>
                <a:lnTo>
                  <a:pt x="1492618" y="1536518"/>
                </a:lnTo>
                <a:lnTo>
                  <a:pt x="0" y="15365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57996" y="8257704"/>
            <a:ext cx="1242253" cy="1278790"/>
          </a:xfrm>
          <a:custGeom>
            <a:avLst/>
            <a:gdLst/>
            <a:ahLst/>
            <a:cxnLst/>
            <a:rect r="r" b="b" t="t" l="l"/>
            <a:pathLst>
              <a:path h="1278790" w="1242253">
                <a:moveTo>
                  <a:pt x="0" y="0"/>
                </a:moveTo>
                <a:lnTo>
                  <a:pt x="1242253" y="0"/>
                </a:lnTo>
                <a:lnTo>
                  <a:pt x="1242253" y="1278789"/>
                </a:lnTo>
                <a:lnTo>
                  <a:pt x="0" y="12787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732982" y="1612718"/>
            <a:ext cx="10542940" cy="290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4"/>
              </a:lnSpc>
            </a:pPr>
            <a:r>
              <a:rPr lang="en-US" b="true" sz="10129">
                <a:solidFill>
                  <a:srgbClr val="231F20"/>
                </a:solidFill>
                <a:latin typeface="Loubag Medium"/>
                <a:ea typeface="Loubag Medium"/>
                <a:cs typeface="Loubag Medium"/>
                <a:sym typeface="Loubag Medium"/>
              </a:rPr>
              <a:t>SHOPPING CART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71270" y="4893343"/>
            <a:ext cx="9666363" cy="78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6"/>
              </a:lnSpc>
            </a:pPr>
            <a:r>
              <a:rPr lang="en-US" b="true" sz="4640">
                <a:solidFill>
                  <a:srgbClr val="CD595B"/>
                </a:solidFill>
                <a:latin typeface="Nunito Bold"/>
                <a:ea typeface="Nunito Bold"/>
                <a:cs typeface="Nunito Bold"/>
                <a:sym typeface="Nunito Bold"/>
              </a:rPr>
              <a:t> BY  :TILAK RAJ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844210" y="142160"/>
            <a:ext cx="5495488" cy="2260555"/>
          </a:xfrm>
          <a:custGeom>
            <a:avLst/>
            <a:gdLst/>
            <a:ahLst/>
            <a:cxnLst/>
            <a:rect r="r" b="b" t="t" l="l"/>
            <a:pathLst>
              <a:path h="2260555" w="5495488">
                <a:moveTo>
                  <a:pt x="0" y="0"/>
                </a:moveTo>
                <a:lnTo>
                  <a:pt x="5495488" y="0"/>
                </a:lnTo>
                <a:lnTo>
                  <a:pt x="5495488" y="2260556"/>
                </a:lnTo>
                <a:lnTo>
                  <a:pt x="0" y="22605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6274" t="-14786" r="-68516" b="-253585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68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713251">
            <a:off x="-69592" y="-2125660"/>
            <a:ext cx="14090809" cy="15848559"/>
          </a:xfrm>
          <a:custGeom>
            <a:avLst/>
            <a:gdLst/>
            <a:ahLst/>
            <a:cxnLst/>
            <a:rect r="r" b="b" t="t" l="l"/>
            <a:pathLst>
              <a:path h="15848559" w="14090809">
                <a:moveTo>
                  <a:pt x="14090810" y="0"/>
                </a:moveTo>
                <a:lnTo>
                  <a:pt x="0" y="0"/>
                </a:lnTo>
                <a:lnTo>
                  <a:pt x="0" y="15848559"/>
                </a:lnTo>
                <a:lnTo>
                  <a:pt x="14090810" y="15848559"/>
                </a:lnTo>
                <a:lnTo>
                  <a:pt x="140908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146950" y="2628580"/>
            <a:ext cx="8462095" cy="8292853"/>
          </a:xfrm>
          <a:custGeom>
            <a:avLst/>
            <a:gdLst/>
            <a:ahLst/>
            <a:cxnLst/>
            <a:rect r="r" b="b" t="t" l="l"/>
            <a:pathLst>
              <a:path h="8292853" w="8462095">
                <a:moveTo>
                  <a:pt x="8462094" y="0"/>
                </a:moveTo>
                <a:lnTo>
                  <a:pt x="0" y="0"/>
                </a:lnTo>
                <a:lnTo>
                  <a:pt x="0" y="8292853"/>
                </a:lnTo>
                <a:lnTo>
                  <a:pt x="8462094" y="8292853"/>
                </a:lnTo>
                <a:lnTo>
                  <a:pt x="84620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36308" y="4007027"/>
            <a:ext cx="971060" cy="97106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67467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674678"/>
                  </a:solidFill>
                  <a:latin typeface="Nunito Bold Bold"/>
                  <a:ea typeface="Nunito Bold Bold"/>
                  <a:cs typeface="Nunito Bold Bold"/>
                  <a:sym typeface="Nunito Bold Bold"/>
                </a:rPr>
                <a:t>A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48877" y="2034739"/>
            <a:ext cx="9802516" cy="1172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9"/>
              </a:lnSpc>
            </a:pPr>
            <a:r>
              <a:rPr lang="en-US" b="true" sz="9030">
                <a:solidFill>
                  <a:srgbClr val="231F20"/>
                </a:solidFill>
                <a:latin typeface="Loubag Medium"/>
                <a:ea typeface="Loubag Medium"/>
                <a:cs typeface="Loubag Medium"/>
                <a:sym typeface="Loubag Medium"/>
              </a:rPr>
              <a:t>Topic Outline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36308" y="5313089"/>
            <a:ext cx="971060" cy="97106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67467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674678"/>
                  </a:solidFill>
                  <a:latin typeface="Nunito Bold Bold"/>
                  <a:ea typeface="Nunito Bold Bold"/>
                  <a:cs typeface="Nunito Bold Bold"/>
                  <a:sym typeface="Nunito Bold Bold"/>
                </a:rPr>
                <a:t>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36308" y="6619151"/>
            <a:ext cx="971060" cy="97106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67467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674678"/>
                  </a:solidFill>
                  <a:latin typeface="Nunito Bold Bold"/>
                  <a:ea typeface="Nunito Bold Bold"/>
                  <a:cs typeface="Nunito Bold Bold"/>
                  <a:sym typeface="Nunito Bold Bold"/>
                </a:rPr>
                <a:t>C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16534" y="4316398"/>
            <a:ext cx="8034858" cy="42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3318">
                <a:solidFill>
                  <a:srgbClr val="231F20"/>
                </a:solidFill>
                <a:latin typeface="Nunito Bold"/>
                <a:ea typeface="Nunito Bold"/>
                <a:cs typeface="Nunito Bold"/>
                <a:sym typeface="Nunito Bold"/>
              </a:rPr>
              <a:t>ONLINE SHOPPING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16534" y="5622459"/>
            <a:ext cx="8034858" cy="42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3318">
                <a:solidFill>
                  <a:srgbClr val="231F20"/>
                </a:solidFill>
                <a:latin typeface="Nunito Bold"/>
                <a:ea typeface="Nunito Bold"/>
                <a:cs typeface="Nunito Bold"/>
                <a:sym typeface="Nunito Bold"/>
              </a:rPr>
              <a:t>ADVANTAGES AND DISADVANTAGES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16534" y="6927279"/>
            <a:ext cx="7600802" cy="42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3318">
                <a:solidFill>
                  <a:srgbClr val="231F20"/>
                </a:solidFill>
                <a:latin typeface="Nunito Bold"/>
                <a:ea typeface="Nunito Bold"/>
                <a:cs typeface="Nunito Bold"/>
                <a:sym typeface="Nunito Bold"/>
              </a:rPr>
              <a:t>SHOPPING CART IN PYTHON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220023" y="200126"/>
            <a:ext cx="5495488" cy="2260555"/>
          </a:xfrm>
          <a:custGeom>
            <a:avLst/>
            <a:gdLst/>
            <a:ahLst/>
            <a:cxnLst/>
            <a:rect r="r" b="b" t="t" l="l"/>
            <a:pathLst>
              <a:path h="2260555" w="5495488">
                <a:moveTo>
                  <a:pt x="0" y="0"/>
                </a:moveTo>
                <a:lnTo>
                  <a:pt x="5495488" y="0"/>
                </a:lnTo>
                <a:lnTo>
                  <a:pt x="5495488" y="2260556"/>
                </a:lnTo>
                <a:lnTo>
                  <a:pt x="0" y="22605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274" t="-14786" r="-68516" b="-253585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562657" y="1774575"/>
            <a:ext cx="1492617" cy="1536518"/>
          </a:xfrm>
          <a:custGeom>
            <a:avLst/>
            <a:gdLst/>
            <a:ahLst/>
            <a:cxnLst/>
            <a:rect r="r" b="b" t="t" l="l"/>
            <a:pathLst>
              <a:path h="1536518" w="1492617">
                <a:moveTo>
                  <a:pt x="0" y="0"/>
                </a:moveTo>
                <a:lnTo>
                  <a:pt x="1492618" y="0"/>
                </a:lnTo>
                <a:lnTo>
                  <a:pt x="1492618" y="1536518"/>
                </a:lnTo>
                <a:lnTo>
                  <a:pt x="0" y="15365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287292" y="3006431"/>
            <a:ext cx="972008" cy="1000596"/>
          </a:xfrm>
          <a:custGeom>
            <a:avLst/>
            <a:gdLst/>
            <a:ahLst/>
            <a:cxnLst/>
            <a:rect r="r" b="b" t="t" l="l"/>
            <a:pathLst>
              <a:path h="1000596" w="972008">
                <a:moveTo>
                  <a:pt x="0" y="0"/>
                </a:moveTo>
                <a:lnTo>
                  <a:pt x="972008" y="0"/>
                </a:lnTo>
                <a:lnTo>
                  <a:pt x="972008" y="1000596"/>
                </a:lnTo>
                <a:lnTo>
                  <a:pt x="0" y="10005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3691" y="8490041"/>
            <a:ext cx="1492617" cy="1536518"/>
          </a:xfrm>
          <a:custGeom>
            <a:avLst/>
            <a:gdLst/>
            <a:ahLst/>
            <a:cxnLst/>
            <a:rect r="r" b="b" t="t" l="l"/>
            <a:pathLst>
              <a:path h="1536518" w="1492617">
                <a:moveTo>
                  <a:pt x="0" y="0"/>
                </a:moveTo>
                <a:lnTo>
                  <a:pt x="1492617" y="0"/>
                </a:lnTo>
                <a:lnTo>
                  <a:pt x="1492617" y="1536518"/>
                </a:lnTo>
                <a:lnTo>
                  <a:pt x="0" y="15365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4847" t="-296347" r="-724937" b="-544619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68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83307">
            <a:off x="3195603" y="-4155513"/>
            <a:ext cx="13143713" cy="14783317"/>
          </a:xfrm>
          <a:custGeom>
            <a:avLst/>
            <a:gdLst/>
            <a:ahLst/>
            <a:cxnLst/>
            <a:rect r="r" b="b" t="t" l="l"/>
            <a:pathLst>
              <a:path h="14783317" w="13143713">
                <a:moveTo>
                  <a:pt x="0" y="0"/>
                </a:moveTo>
                <a:lnTo>
                  <a:pt x="13143713" y="0"/>
                </a:lnTo>
                <a:lnTo>
                  <a:pt x="13143713" y="14783317"/>
                </a:lnTo>
                <a:lnTo>
                  <a:pt x="0" y="14783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0644" y="3369257"/>
            <a:ext cx="9267818" cy="9031910"/>
          </a:xfrm>
          <a:custGeom>
            <a:avLst/>
            <a:gdLst/>
            <a:ahLst/>
            <a:cxnLst/>
            <a:rect r="r" b="b" t="t" l="l"/>
            <a:pathLst>
              <a:path h="9031910" w="9267818">
                <a:moveTo>
                  <a:pt x="0" y="0"/>
                </a:moveTo>
                <a:lnTo>
                  <a:pt x="9267818" y="0"/>
                </a:lnTo>
                <a:lnTo>
                  <a:pt x="9267818" y="9031910"/>
                </a:lnTo>
                <a:lnTo>
                  <a:pt x="0" y="9031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78402" y="4627812"/>
            <a:ext cx="1001909" cy="1031376"/>
          </a:xfrm>
          <a:custGeom>
            <a:avLst/>
            <a:gdLst/>
            <a:ahLst/>
            <a:cxnLst/>
            <a:rect r="r" b="b" t="t" l="l"/>
            <a:pathLst>
              <a:path h="1031376" w="1001909">
                <a:moveTo>
                  <a:pt x="0" y="0"/>
                </a:moveTo>
                <a:lnTo>
                  <a:pt x="1001909" y="0"/>
                </a:lnTo>
                <a:lnTo>
                  <a:pt x="1001909" y="1031376"/>
                </a:lnTo>
                <a:lnTo>
                  <a:pt x="0" y="10313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08410" y="242713"/>
            <a:ext cx="1150890" cy="1184740"/>
          </a:xfrm>
          <a:custGeom>
            <a:avLst/>
            <a:gdLst/>
            <a:ahLst/>
            <a:cxnLst/>
            <a:rect r="r" b="b" t="t" l="l"/>
            <a:pathLst>
              <a:path h="1184740" w="1150890">
                <a:moveTo>
                  <a:pt x="0" y="0"/>
                </a:moveTo>
                <a:lnTo>
                  <a:pt x="1150890" y="0"/>
                </a:lnTo>
                <a:lnTo>
                  <a:pt x="1150890" y="1184740"/>
                </a:lnTo>
                <a:lnTo>
                  <a:pt x="0" y="1184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2391" y="8176725"/>
            <a:ext cx="1492617" cy="1536518"/>
          </a:xfrm>
          <a:custGeom>
            <a:avLst/>
            <a:gdLst/>
            <a:ahLst/>
            <a:cxnLst/>
            <a:rect r="r" b="b" t="t" l="l"/>
            <a:pathLst>
              <a:path h="1536518" w="1492617">
                <a:moveTo>
                  <a:pt x="0" y="0"/>
                </a:moveTo>
                <a:lnTo>
                  <a:pt x="1492618" y="0"/>
                </a:lnTo>
                <a:lnTo>
                  <a:pt x="1492618" y="1536518"/>
                </a:lnTo>
                <a:lnTo>
                  <a:pt x="0" y="1536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0427" y="436330"/>
            <a:ext cx="1150890" cy="1184740"/>
          </a:xfrm>
          <a:custGeom>
            <a:avLst/>
            <a:gdLst/>
            <a:ahLst/>
            <a:cxnLst/>
            <a:rect r="r" b="b" t="t" l="l"/>
            <a:pathLst>
              <a:path h="1184740" w="1150890">
                <a:moveTo>
                  <a:pt x="0" y="0"/>
                </a:moveTo>
                <a:lnTo>
                  <a:pt x="1150890" y="0"/>
                </a:lnTo>
                <a:lnTo>
                  <a:pt x="1150890" y="1184740"/>
                </a:lnTo>
                <a:lnTo>
                  <a:pt x="0" y="11847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76638" y="1347485"/>
            <a:ext cx="10401765" cy="1228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30"/>
              </a:lnSpc>
            </a:pPr>
            <a:r>
              <a:rPr lang="en-US" b="true" sz="8509">
                <a:solidFill>
                  <a:srgbClr val="231F20"/>
                </a:solidFill>
                <a:latin typeface="Loubag Medium"/>
                <a:ea typeface="Loubag Medium"/>
                <a:cs typeface="Loubag Medium"/>
                <a:sym typeface="Loubag Medium"/>
              </a:rPr>
              <a:t>ONLINE SHOPPING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512991" y="8176725"/>
            <a:ext cx="1492617" cy="1536518"/>
          </a:xfrm>
          <a:custGeom>
            <a:avLst/>
            <a:gdLst/>
            <a:ahLst/>
            <a:cxnLst/>
            <a:rect r="r" b="b" t="t" l="l"/>
            <a:pathLst>
              <a:path h="1536518" w="1492617">
                <a:moveTo>
                  <a:pt x="0" y="0"/>
                </a:moveTo>
                <a:lnTo>
                  <a:pt x="1492618" y="0"/>
                </a:lnTo>
                <a:lnTo>
                  <a:pt x="1492618" y="1536518"/>
                </a:lnTo>
                <a:lnTo>
                  <a:pt x="0" y="1536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25697" y="5143500"/>
            <a:ext cx="1196714" cy="1231912"/>
          </a:xfrm>
          <a:custGeom>
            <a:avLst/>
            <a:gdLst/>
            <a:ahLst/>
            <a:cxnLst/>
            <a:rect r="r" b="b" t="t" l="l"/>
            <a:pathLst>
              <a:path h="1231912" w="1196714">
                <a:moveTo>
                  <a:pt x="0" y="0"/>
                </a:moveTo>
                <a:lnTo>
                  <a:pt x="1196714" y="0"/>
                </a:lnTo>
                <a:lnTo>
                  <a:pt x="1196714" y="1231912"/>
                </a:lnTo>
                <a:lnTo>
                  <a:pt x="0" y="12319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44847" t="-296347" r="-724937" b="-54461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68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83307">
            <a:off x="6480852" y="-2013429"/>
            <a:ext cx="12986528" cy="14606524"/>
          </a:xfrm>
          <a:custGeom>
            <a:avLst/>
            <a:gdLst/>
            <a:ahLst/>
            <a:cxnLst/>
            <a:rect r="r" b="b" t="t" l="l"/>
            <a:pathLst>
              <a:path h="14606524" w="12986528">
                <a:moveTo>
                  <a:pt x="0" y="0"/>
                </a:moveTo>
                <a:lnTo>
                  <a:pt x="12986528" y="0"/>
                </a:lnTo>
                <a:lnTo>
                  <a:pt x="12986528" y="14606524"/>
                </a:lnTo>
                <a:lnTo>
                  <a:pt x="0" y="1460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9302" y="2436151"/>
            <a:ext cx="8811742" cy="7994653"/>
          </a:xfrm>
          <a:custGeom>
            <a:avLst/>
            <a:gdLst/>
            <a:ahLst/>
            <a:cxnLst/>
            <a:rect r="r" b="b" t="t" l="l"/>
            <a:pathLst>
              <a:path h="7994653" w="8811742">
                <a:moveTo>
                  <a:pt x="0" y="0"/>
                </a:moveTo>
                <a:lnTo>
                  <a:pt x="8811742" y="0"/>
                </a:lnTo>
                <a:lnTo>
                  <a:pt x="8811742" y="7994653"/>
                </a:lnTo>
                <a:lnTo>
                  <a:pt x="0" y="7994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28424" y="773685"/>
            <a:ext cx="8034858" cy="114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8"/>
              </a:lnSpc>
            </a:pPr>
            <a:r>
              <a:rPr lang="en-US" b="true" sz="8016">
                <a:solidFill>
                  <a:srgbClr val="231F20"/>
                </a:solidFill>
                <a:latin typeface="Loubag Medium"/>
                <a:ea typeface="Loubag Medium"/>
                <a:cs typeface="Loubag Medium"/>
                <a:sym typeface="Loubag Medium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80206" y="1955720"/>
            <a:ext cx="6805919" cy="744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D0608"/>
                </a:solidFill>
                <a:latin typeface="Nunito"/>
                <a:ea typeface="Nunito"/>
                <a:cs typeface="Nunito"/>
                <a:sym typeface="Nunito"/>
              </a:rPr>
              <a:t>Online shopping is a form of </a:t>
            </a:r>
          </a:p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0D0608"/>
                </a:solidFill>
                <a:latin typeface="Nunito"/>
                <a:ea typeface="Nunito"/>
                <a:cs typeface="Nunito"/>
                <a:sym typeface="Nunito"/>
              </a:rPr>
              <a:t>electronic commerce which </a:t>
            </a:r>
          </a:p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0D0608"/>
                </a:solidFill>
                <a:latin typeface="Nunito"/>
                <a:ea typeface="Nunito"/>
                <a:cs typeface="Nunito"/>
                <a:sym typeface="Nunito"/>
              </a:rPr>
              <a:t>allows consumers to directly buy </a:t>
            </a:r>
          </a:p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0D0608"/>
                </a:solidFill>
                <a:latin typeface="Nunito"/>
                <a:ea typeface="Nunito"/>
                <a:cs typeface="Nunito"/>
                <a:sym typeface="Nunito"/>
              </a:rPr>
              <a:t>goods or services from a seller </a:t>
            </a:r>
          </a:p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0D0608"/>
                </a:solidFill>
                <a:latin typeface="Nunito"/>
                <a:ea typeface="Nunito"/>
                <a:cs typeface="Nunito"/>
                <a:sym typeface="Nunito"/>
              </a:rPr>
              <a:t>over the Internet using a web </a:t>
            </a:r>
          </a:p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0D0608"/>
                </a:solidFill>
                <a:latin typeface="Nunito"/>
                <a:ea typeface="Nunito"/>
                <a:cs typeface="Nunito"/>
                <a:sym typeface="Nunito"/>
              </a:rPr>
              <a:t>browser or a mobile app. </a:t>
            </a:r>
          </a:p>
          <a:p>
            <a:pPr algn="ctr">
              <a:lnSpc>
                <a:spcPts val="3749"/>
              </a:lnSpc>
            </a:pPr>
          </a:p>
          <a:p>
            <a:pPr algn="ctr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0D0608"/>
                </a:solidFill>
                <a:latin typeface="Nunito"/>
                <a:ea typeface="Nunito"/>
                <a:cs typeface="Nunito"/>
                <a:sym typeface="Nunito"/>
              </a:rPr>
              <a:t> Consumers find a product of </a:t>
            </a:r>
          </a:p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0D0608"/>
                </a:solidFill>
                <a:latin typeface="Nunito"/>
                <a:ea typeface="Nunito"/>
                <a:cs typeface="Nunito"/>
                <a:sym typeface="Nunito"/>
              </a:rPr>
              <a:t>interest by visiting the website of </a:t>
            </a:r>
          </a:p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0D0608"/>
                </a:solidFill>
                <a:latin typeface="Nunito"/>
                <a:ea typeface="Nunito"/>
                <a:cs typeface="Nunito"/>
                <a:sym typeface="Nunito"/>
              </a:rPr>
              <a:t>the retailer directly or by </a:t>
            </a:r>
          </a:p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0D0608"/>
                </a:solidFill>
                <a:latin typeface="Nunito"/>
                <a:ea typeface="Nunito"/>
                <a:cs typeface="Nunito"/>
                <a:sym typeface="Nunito"/>
              </a:rPr>
              <a:t>searching among alternative </a:t>
            </a:r>
          </a:p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0D0608"/>
                </a:solidFill>
                <a:latin typeface="Nunito"/>
                <a:ea typeface="Nunito"/>
                <a:cs typeface="Nunito"/>
                <a:sym typeface="Nunito"/>
              </a:rPr>
              <a:t>vendors using a shopping search </a:t>
            </a:r>
          </a:p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0D0608"/>
                </a:solidFill>
                <a:latin typeface="Nunito"/>
                <a:ea typeface="Nunito"/>
                <a:cs typeface="Nunito"/>
                <a:sym typeface="Nunito"/>
              </a:rPr>
              <a:t>engine, which displays the same </a:t>
            </a:r>
          </a:p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0D0608"/>
                </a:solidFill>
                <a:latin typeface="Nunito"/>
                <a:ea typeface="Nunito"/>
                <a:cs typeface="Nunito"/>
                <a:sym typeface="Nunito"/>
              </a:rPr>
              <a:t>product's availability and pricing </a:t>
            </a:r>
          </a:p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0D0608"/>
                </a:solidFill>
                <a:latin typeface="Nunito"/>
                <a:ea typeface="Nunito"/>
                <a:cs typeface="Nunito"/>
                <a:sym typeface="Nunito"/>
              </a:rPr>
              <a:t>at different e-retailers.</a:t>
            </a:r>
          </a:p>
          <a:p>
            <a:pPr algn="ctr">
              <a:lnSpc>
                <a:spcPts val="374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00535" y="175595"/>
            <a:ext cx="5495488" cy="2260555"/>
          </a:xfrm>
          <a:custGeom>
            <a:avLst/>
            <a:gdLst/>
            <a:ahLst/>
            <a:cxnLst/>
            <a:rect r="r" b="b" t="t" l="l"/>
            <a:pathLst>
              <a:path h="2260555" w="5495488">
                <a:moveTo>
                  <a:pt x="0" y="0"/>
                </a:moveTo>
                <a:lnTo>
                  <a:pt x="5495488" y="0"/>
                </a:lnTo>
                <a:lnTo>
                  <a:pt x="5495488" y="2260556"/>
                </a:lnTo>
                <a:lnTo>
                  <a:pt x="0" y="22605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274" t="-14786" r="-68516" b="-25358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83892" y="8937545"/>
            <a:ext cx="972008" cy="1000596"/>
          </a:xfrm>
          <a:custGeom>
            <a:avLst/>
            <a:gdLst/>
            <a:ahLst/>
            <a:cxnLst/>
            <a:rect r="r" b="b" t="t" l="l"/>
            <a:pathLst>
              <a:path h="1000596" w="972008">
                <a:moveTo>
                  <a:pt x="0" y="0"/>
                </a:moveTo>
                <a:lnTo>
                  <a:pt x="972008" y="0"/>
                </a:lnTo>
                <a:lnTo>
                  <a:pt x="972008" y="1000597"/>
                </a:lnTo>
                <a:lnTo>
                  <a:pt x="0" y="10005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63282" y="386382"/>
            <a:ext cx="1492617" cy="1536518"/>
          </a:xfrm>
          <a:custGeom>
            <a:avLst/>
            <a:gdLst/>
            <a:ahLst/>
            <a:cxnLst/>
            <a:rect r="r" b="b" t="t" l="l"/>
            <a:pathLst>
              <a:path h="1536518" w="1492617">
                <a:moveTo>
                  <a:pt x="0" y="0"/>
                </a:moveTo>
                <a:lnTo>
                  <a:pt x="1492618" y="0"/>
                </a:lnTo>
                <a:lnTo>
                  <a:pt x="1492618" y="1536518"/>
                </a:lnTo>
                <a:lnTo>
                  <a:pt x="0" y="1536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44847" t="-296347" r="-724937" b="-54461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68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2072661" y="1377473"/>
            <a:ext cx="10347715" cy="11510035"/>
            <a:chOff x="687070" y="247650"/>
            <a:chExt cx="11148060" cy="12400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53403" y="253612"/>
              <a:ext cx="10331960" cy="12110688"/>
            </a:xfrm>
            <a:custGeom>
              <a:avLst/>
              <a:gdLst/>
              <a:ahLst/>
              <a:cxnLst/>
              <a:rect r="r" b="b" t="t" l="l"/>
              <a:pathLst>
                <a:path h="12110688" w="10331960">
                  <a:moveTo>
                    <a:pt x="8848787" y="1491368"/>
                  </a:moveTo>
                  <a:cubicBezTo>
                    <a:pt x="8406827" y="966858"/>
                    <a:pt x="7868347" y="502038"/>
                    <a:pt x="7224457" y="246768"/>
                  </a:cubicBezTo>
                  <a:cubicBezTo>
                    <a:pt x="6765987" y="65158"/>
                    <a:pt x="6266877" y="-5962"/>
                    <a:pt x="5772847" y="388"/>
                  </a:cubicBezTo>
                  <a:cubicBezTo>
                    <a:pt x="3687507" y="30868"/>
                    <a:pt x="1791397" y="1485018"/>
                    <a:pt x="922717" y="3340488"/>
                  </a:cubicBezTo>
                  <a:cubicBezTo>
                    <a:pt x="160717" y="4971168"/>
                    <a:pt x="-366333" y="7786758"/>
                    <a:pt x="314387" y="9451728"/>
                  </a:cubicBezTo>
                  <a:cubicBezTo>
                    <a:pt x="993837" y="11116699"/>
                    <a:pt x="2133027" y="11999349"/>
                    <a:pt x="3881817" y="12075549"/>
                  </a:cubicBezTo>
                  <a:cubicBezTo>
                    <a:pt x="6635177" y="12394318"/>
                    <a:pt x="8721787" y="10496939"/>
                    <a:pt x="9751758" y="8303649"/>
                  </a:cubicBezTo>
                  <a:cubicBezTo>
                    <a:pt x="10781728" y="6110358"/>
                    <a:pt x="10415967" y="3355729"/>
                    <a:pt x="8848788" y="1491368"/>
                  </a:cubicBezTo>
                  <a:close/>
                </a:path>
              </a:pathLst>
            </a:custGeom>
            <a:blipFill>
              <a:blip r:embed="rId2"/>
              <a:stretch>
                <a:fillRect l="-6649" t="-15949" r="6649" b="-1185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0" y="4435150"/>
            <a:ext cx="8658639" cy="527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40795" indent="-370397" lvl="1">
              <a:lnSpc>
                <a:spcPts val="5249"/>
              </a:lnSpc>
              <a:buFont typeface="Arial"/>
              <a:buChar char="•"/>
            </a:pPr>
            <a:r>
              <a:rPr lang="en-US" b="true" sz="343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 h o p p i n g </a:t>
            </a:r>
            <a:r>
              <a:rPr lang="en-US" b="true" sz="343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 e c r e c y </a:t>
            </a:r>
          </a:p>
          <a:p>
            <a:pPr algn="ctr" marL="740795" indent="-370397" lvl="1">
              <a:lnSpc>
                <a:spcPts val="5249"/>
              </a:lnSpc>
              <a:buFont typeface="Arial"/>
              <a:buChar char="•"/>
            </a:pPr>
            <a:r>
              <a:rPr lang="en-US" b="true" sz="343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 a s y R e p l a c e A n d R e f u n d</a:t>
            </a:r>
          </a:p>
          <a:p>
            <a:pPr algn="ctr" marL="740795" indent="-370397" lvl="1">
              <a:lnSpc>
                <a:spcPts val="5249"/>
              </a:lnSpc>
              <a:buFont typeface="Arial"/>
              <a:buChar char="•"/>
            </a:pPr>
            <a:r>
              <a:rPr lang="en-US" b="true" sz="343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 o w d A v o i d a n c e</a:t>
            </a:r>
          </a:p>
          <a:p>
            <a:pPr algn="ctr" marL="740795" indent="-370397" lvl="1">
              <a:lnSpc>
                <a:spcPts val="5249"/>
              </a:lnSpc>
              <a:buFont typeface="Arial"/>
              <a:buChar char="•"/>
            </a:pPr>
            <a:r>
              <a:rPr lang="en-US" b="true" sz="343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 a ri e t y o f P r o d u c t s M o d e r n </a:t>
            </a:r>
          </a:p>
          <a:p>
            <a:pPr algn="ctr" marL="740795" indent="-370397" lvl="1">
              <a:lnSpc>
                <a:spcPts val="5249"/>
              </a:lnSpc>
              <a:buFont typeface="Arial"/>
              <a:buChar char="•"/>
            </a:pPr>
            <a:r>
              <a:rPr lang="en-US" b="true" sz="343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 n v e n i e n c e O n l i n e </a:t>
            </a:r>
          </a:p>
          <a:p>
            <a:pPr algn="ctr" marL="740795" indent="-370397" lvl="1">
              <a:lnSpc>
                <a:spcPts val="5249"/>
              </a:lnSpc>
              <a:buFont typeface="Arial"/>
              <a:buChar char="•"/>
            </a:pPr>
            <a:r>
              <a:rPr lang="en-US" b="true" sz="343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 i s c o u n t s</a:t>
            </a:r>
          </a:p>
          <a:p>
            <a:pPr algn="ctr">
              <a:lnSpc>
                <a:spcPts val="5146"/>
              </a:lnSpc>
            </a:pPr>
          </a:p>
          <a:p>
            <a:pPr algn="ctr">
              <a:lnSpc>
                <a:spcPts val="514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281222" y="918453"/>
            <a:ext cx="11402633" cy="131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7"/>
              </a:lnSpc>
            </a:pPr>
            <a:r>
              <a:rPr lang="en-US" sz="5358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What are the advantages and disadvantages?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20954" y="1028700"/>
            <a:ext cx="1001909" cy="1031376"/>
          </a:xfrm>
          <a:custGeom>
            <a:avLst/>
            <a:gdLst/>
            <a:ahLst/>
            <a:cxnLst/>
            <a:rect r="r" b="b" t="t" l="l"/>
            <a:pathLst>
              <a:path h="1031376" w="1001909">
                <a:moveTo>
                  <a:pt x="0" y="0"/>
                </a:moveTo>
                <a:lnTo>
                  <a:pt x="1001908" y="0"/>
                </a:lnTo>
                <a:lnTo>
                  <a:pt x="1001908" y="1031376"/>
                </a:lnTo>
                <a:lnTo>
                  <a:pt x="0" y="10313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83855" y="192733"/>
            <a:ext cx="1150890" cy="1184740"/>
          </a:xfrm>
          <a:custGeom>
            <a:avLst/>
            <a:gdLst/>
            <a:ahLst/>
            <a:cxnLst/>
            <a:rect r="r" b="b" t="t" l="l"/>
            <a:pathLst>
              <a:path h="1184740" w="1150890">
                <a:moveTo>
                  <a:pt x="0" y="0"/>
                </a:moveTo>
                <a:lnTo>
                  <a:pt x="1150890" y="0"/>
                </a:lnTo>
                <a:lnTo>
                  <a:pt x="1150890" y="1184740"/>
                </a:lnTo>
                <a:lnTo>
                  <a:pt x="0" y="1184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51383" y="8039250"/>
            <a:ext cx="1492617" cy="1536518"/>
          </a:xfrm>
          <a:custGeom>
            <a:avLst/>
            <a:gdLst/>
            <a:ahLst/>
            <a:cxnLst/>
            <a:rect r="r" b="b" t="t" l="l"/>
            <a:pathLst>
              <a:path h="1536518" w="1492617">
                <a:moveTo>
                  <a:pt x="0" y="0"/>
                </a:moveTo>
                <a:lnTo>
                  <a:pt x="1492617" y="0"/>
                </a:lnTo>
                <a:lnTo>
                  <a:pt x="1492617" y="1536518"/>
                </a:lnTo>
                <a:lnTo>
                  <a:pt x="0" y="15365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44000" y="2861778"/>
            <a:ext cx="6948092" cy="228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8"/>
              </a:lnSpc>
            </a:pPr>
            <a:r>
              <a:rPr lang="en-US" sz="8016">
                <a:solidFill>
                  <a:srgbClr val="FFFFFF"/>
                </a:solidFill>
                <a:latin typeface="Loubag"/>
                <a:ea typeface="Loubag"/>
                <a:cs typeface="Loubag"/>
                <a:sym typeface="Loubag"/>
              </a:rPr>
              <a:t>Advantages</a:t>
            </a:r>
          </a:p>
          <a:p>
            <a:pPr algn="ctr">
              <a:lnSpc>
                <a:spcPts val="897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68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2072661" y="1377473"/>
            <a:ext cx="10347715" cy="11510035"/>
            <a:chOff x="687070" y="247650"/>
            <a:chExt cx="11148060" cy="12400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53403" y="253612"/>
              <a:ext cx="10331960" cy="12110688"/>
            </a:xfrm>
            <a:custGeom>
              <a:avLst/>
              <a:gdLst/>
              <a:ahLst/>
              <a:cxnLst/>
              <a:rect r="r" b="b" t="t" l="l"/>
              <a:pathLst>
                <a:path h="12110688" w="10331960">
                  <a:moveTo>
                    <a:pt x="8848787" y="1491368"/>
                  </a:moveTo>
                  <a:cubicBezTo>
                    <a:pt x="8406827" y="966858"/>
                    <a:pt x="7868347" y="502038"/>
                    <a:pt x="7224457" y="246768"/>
                  </a:cubicBezTo>
                  <a:cubicBezTo>
                    <a:pt x="6765987" y="65158"/>
                    <a:pt x="6266877" y="-5962"/>
                    <a:pt x="5772847" y="388"/>
                  </a:cubicBezTo>
                  <a:cubicBezTo>
                    <a:pt x="3687507" y="30868"/>
                    <a:pt x="1791397" y="1485018"/>
                    <a:pt x="922717" y="3340488"/>
                  </a:cubicBezTo>
                  <a:cubicBezTo>
                    <a:pt x="160717" y="4971168"/>
                    <a:pt x="-366333" y="7786758"/>
                    <a:pt x="314387" y="9451728"/>
                  </a:cubicBezTo>
                  <a:cubicBezTo>
                    <a:pt x="993837" y="11116699"/>
                    <a:pt x="2133027" y="11999349"/>
                    <a:pt x="3881817" y="12075549"/>
                  </a:cubicBezTo>
                  <a:cubicBezTo>
                    <a:pt x="6635177" y="12394318"/>
                    <a:pt x="8721787" y="10496939"/>
                    <a:pt x="9751758" y="8303649"/>
                  </a:cubicBezTo>
                  <a:cubicBezTo>
                    <a:pt x="10781728" y="6110358"/>
                    <a:pt x="10415967" y="3355729"/>
                    <a:pt x="8848788" y="1491368"/>
                  </a:cubicBezTo>
                  <a:close/>
                </a:path>
              </a:pathLst>
            </a:custGeom>
            <a:blipFill>
              <a:blip r:embed="rId2"/>
              <a:stretch>
                <a:fillRect l="-6649" t="-15949" r="6649" b="-1185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0" y="4629224"/>
            <a:ext cx="7969470" cy="4882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81832" indent="-340916" lvl="1">
              <a:lnSpc>
                <a:spcPts val="4831"/>
              </a:lnSpc>
              <a:buFont typeface="Arial"/>
              <a:buChar char="•"/>
            </a:pPr>
            <a:r>
              <a:rPr lang="en-US" b="true" sz="315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 i s k o f fr a u d </a:t>
            </a:r>
          </a:p>
          <a:p>
            <a:pPr algn="ctr" marL="681832" indent="-340916" lvl="1">
              <a:lnSpc>
                <a:spcPts val="4831"/>
              </a:lnSpc>
              <a:buFont typeface="Arial"/>
              <a:buChar char="•"/>
            </a:pPr>
            <a:r>
              <a:rPr lang="en-US" b="true" sz="315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 e s s c o m m u n it y c o n t a c t </a:t>
            </a:r>
          </a:p>
          <a:p>
            <a:pPr algn="ctr" marL="681832" indent="-340916" lvl="1">
              <a:lnSpc>
                <a:spcPts val="4831"/>
              </a:lnSpc>
              <a:buFont typeface="Arial"/>
              <a:buChar char="•"/>
            </a:pPr>
            <a:r>
              <a:rPr lang="en-US" b="true" sz="315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 a c k o f t o u c h w it h it e m s</a:t>
            </a:r>
          </a:p>
          <a:p>
            <a:pPr algn="ctr" marL="681832" indent="-340916" lvl="1">
              <a:lnSpc>
                <a:spcPts val="4831"/>
              </a:lnSpc>
              <a:buFont typeface="Arial"/>
              <a:buChar char="•"/>
            </a:pPr>
            <a:r>
              <a:rPr lang="en-US" sz="315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 s u p p o rt f o r l o c a l r e t a i l e r s </a:t>
            </a:r>
          </a:p>
          <a:p>
            <a:pPr algn="ctr" marL="681832" indent="-340916" lvl="1">
              <a:lnSpc>
                <a:spcPts val="4831"/>
              </a:lnSpc>
              <a:buFont typeface="Arial"/>
              <a:buChar char="•"/>
            </a:pPr>
            <a:r>
              <a:rPr lang="en-US" sz="315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 a c k o f s h o p p i n g e x p e ri e n c e </a:t>
            </a:r>
          </a:p>
          <a:p>
            <a:pPr algn="ctr" marL="681832" indent="-340916" lvl="1">
              <a:lnSpc>
                <a:spcPts val="4831"/>
              </a:lnSpc>
              <a:buFont typeface="Arial"/>
              <a:buChar char="•"/>
            </a:pPr>
            <a:r>
              <a:rPr lang="en-US" sz="315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 s u p p o rt f o r l o c a l r e t a i l e r s</a:t>
            </a:r>
          </a:p>
          <a:p>
            <a:pPr algn="ctr">
              <a:lnSpc>
                <a:spcPts val="4831"/>
              </a:lnSpc>
            </a:pPr>
          </a:p>
          <a:p>
            <a:pPr algn="ctr">
              <a:lnSpc>
                <a:spcPts val="473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281222" y="918453"/>
            <a:ext cx="11402633" cy="131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7"/>
              </a:lnSpc>
            </a:pPr>
            <a:r>
              <a:rPr lang="en-US" sz="5358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What are the advantages and disadvantages?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20954" y="1028700"/>
            <a:ext cx="1001909" cy="1031376"/>
          </a:xfrm>
          <a:custGeom>
            <a:avLst/>
            <a:gdLst/>
            <a:ahLst/>
            <a:cxnLst/>
            <a:rect r="r" b="b" t="t" l="l"/>
            <a:pathLst>
              <a:path h="1031376" w="1001909">
                <a:moveTo>
                  <a:pt x="0" y="0"/>
                </a:moveTo>
                <a:lnTo>
                  <a:pt x="1001908" y="0"/>
                </a:lnTo>
                <a:lnTo>
                  <a:pt x="1001908" y="1031376"/>
                </a:lnTo>
                <a:lnTo>
                  <a:pt x="0" y="10313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83855" y="192733"/>
            <a:ext cx="1150890" cy="1184740"/>
          </a:xfrm>
          <a:custGeom>
            <a:avLst/>
            <a:gdLst/>
            <a:ahLst/>
            <a:cxnLst/>
            <a:rect r="r" b="b" t="t" l="l"/>
            <a:pathLst>
              <a:path h="1184740" w="1150890">
                <a:moveTo>
                  <a:pt x="0" y="0"/>
                </a:moveTo>
                <a:lnTo>
                  <a:pt x="1150890" y="0"/>
                </a:lnTo>
                <a:lnTo>
                  <a:pt x="1150890" y="1184740"/>
                </a:lnTo>
                <a:lnTo>
                  <a:pt x="0" y="1184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51383" y="8039250"/>
            <a:ext cx="1492617" cy="1536518"/>
          </a:xfrm>
          <a:custGeom>
            <a:avLst/>
            <a:gdLst/>
            <a:ahLst/>
            <a:cxnLst/>
            <a:rect r="r" b="b" t="t" l="l"/>
            <a:pathLst>
              <a:path h="1536518" w="1492617">
                <a:moveTo>
                  <a:pt x="0" y="0"/>
                </a:moveTo>
                <a:lnTo>
                  <a:pt x="1492617" y="0"/>
                </a:lnTo>
                <a:lnTo>
                  <a:pt x="1492617" y="1536518"/>
                </a:lnTo>
                <a:lnTo>
                  <a:pt x="0" y="15365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02854" y="2885435"/>
            <a:ext cx="11402633" cy="114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8"/>
              </a:lnSpc>
              <a:spcBef>
                <a:spcPct val="0"/>
              </a:spcBef>
            </a:pPr>
            <a:r>
              <a:rPr lang="en-US" b="true" sz="8016">
                <a:solidFill>
                  <a:srgbClr val="FFFFFF"/>
                </a:solidFill>
                <a:latin typeface="Loubag Medium"/>
                <a:ea typeface="Loubag Medium"/>
                <a:cs typeface="Loubag Medium"/>
                <a:sym typeface="Loubag Medium"/>
              </a:rPr>
              <a:t>Disadvantage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68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3476354" y="4104444"/>
            <a:ext cx="10835690" cy="2078112"/>
            <a:chOff x="0" y="0"/>
            <a:chExt cx="6350000" cy="1217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2550"/>
              <a:ext cx="6350000" cy="1134008"/>
            </a:xfrm>
            <a:custGeom>
              <a:avLst/>
              <a:gdLst/>
              <a:ahLst/>
              <a:cxnLst/>
              <a:rect r="r" b="b" t="t" l="l"/>
              <a:pathLst>
                <a:path h="1134008" w="6350000">
                  <a:moveTo>
                    <a:pt x="5877560" y="149860"/>
                  </a:moveTo>
                  <a:cubicBezTo>
                    <a:pt x="5786120" y="208280"/>
                    <a:pt x="5713730" y="255270"/>
                    <a:pt x="5556250" y="255270"/>
                  </a:cubicBezTo>
                  <a:cubicBezTo>
                    <a:pt x="5398770" y="255270"/>
                    <a:pt x="5326380" y="209550"/>
                    <a:pt x="5234940" y="149860"/>
                  </a:cubicBezTo>
                  <a:cubicBezTo>
                    <a:pt x="5130800" y="82550"/>
                    <a:pt x="5001260" y="0"/>
                    <a:pt x="4762500" y="0"/>
                  </a:cubicBezTo>
                  <a:cubicBezTo>
                    <a:pt x="4523740" y="0"/>
                    <a:pt x="4394200" y="82550"/>
                    <a:pt x="4290060" y="148590"/>
                  </a:cubicBezTo>
                  <a:cubicBezTo>
                    <a:pt x="4198620" y="207010"/>
                    <a:pt x="4126230" y="254000"/>
                    <a:pt x="3968750" y="254000"/>
                  </a:cubicBezTo>
                  <a:cubicBezTo>
                    <a:pt x="3811270" y="254000"/>
                    <a:pt x="3738880" y="208280"/>
                    <a:pt x="3647440" y="148590"/>
                  </a:cubicBezTo>
                  <a:cubicBezTo>
                    <a:pt x="3543300" y="82550"/>
                    <a:pt x="3413760" y="0"/>
                    <a:pt x="3175000" y="0"/>
                  </a:cubicBezTo>
                  <a:cubicBezTo>
                    <a:pt x="2936240" y="0"/>
                    <a:pt x="2806700" y="82550"/>
                    <a:pt x="2702560" y="148590"/>
                  </a:cubicBezTo>
                  <a:cubicBezTo>
                    <a:pt x="2611120" y="207010"/>
                    <a:pt x="2538730" y="254000"/>
                    <a:pt x="2381250" y="254000"/>
                  </a:cubicBezTo>
                  <a:cubicBezTo>
                    <a:pt x="2223770" y="254000"/>
                    <a:pt x="2151380" y="208280"/>
                    <a:pt x="2059940" y="148590"/>
                  </a:cubicBezTo>
                  <a:cubicBezTo>
                    <a:pt x="1955800" y="82550"/>
                    <a:pt x="1826260" y="0"/>
                    <a:pt x="1587500" y="0"/>
                  </a:cubicBezTo>
                  <a:cubicBezTo>
                    <a:pt x="1348740" y="0"/>
                    <a:pt x="1219200" y="82550"/>
                    <a:pt x="1115060" y="148590"/>
                  </a:cubicBezTo>
                  <a:cubicBezTo>
                    <a:pt x="1023620" y="207010"/>
                    <a:pt x="951230" y="254000"/>
                    <a:pt x="793750" y="254000"/>
                  </a:cubicBezTo>
                  <a:cubicBezTo>
                    <a:pt x="636270" y="254000"/>
                    <a:pt x="563880" y="208280"/>
                    <a:pt x="472440" y="148590"/>
                  </a:cubicBezTo>
                  <a:cubicBezTo>
                    <a:pt x="368300" y="82550"/>
                    <a:pt x="238760" y="0"/>
                    <a:pt x="0" y="0"/>
                  </a:cubicBezTo>
                  <a:lnTo>
                    <a:pt x="0" y="1134008"/>
                  </a:lnTo>
                  <a:lnTo>
                    <a:pt x="6350000" y="1134008"/>
                  </a:lnTo>
                  <a:lnTo>
                    <a:pt x="6350000" y="0"/>
                  </a:lnTo>
                  <a:cubicBezTo>
                    <a:pt x="6111240" y="0"/>
                    <a:pt x="5981700" y="82550"/>
                    <a:pt x="5877560" y="1498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10459" y="3179678"/>
            <a:ext cx="1001909" cy="1031376"/>
          </a:xfrm>
          <a:custGeom>
            <a:avLst/>
            <a:gdLst/>
            <a:ahLst/>
            <a:cxnLst/>
            <a:rect r="r" b="b" t="t" l="l"/>
            <a:pathLst>
              <a:path h="1031376" w="1001909">
                <a:moveTo>
                  <a:pt x="0" y="0"/>
                </a:moveTo>
                <a:lnTo>
                  <a:pt x="1001909" y="0"/>
                </a:lnTo>
                <a:lnTo>
                  <a:pt x="1001909" y="1031376"/>
                </a:lnTo>
                <a:lnTo>
                  <a:pt x="0" y="1031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26650" y="436330"/>
            <a:ext cx="1150890" cy="1184740"/>
          </a:xfrm>
          <a:custGeom>
            <a:avLst/>
            <a:gdLst/>
            <a:ahLst/>
            <a:cxnLst/>
            <a:rect r="r" b="b" t="t" l="l"/>
            <a:pathLst>
              <a:path h="1184740" w="1150890">
                <a:moveTo>
                  <a:pt x="0" y="0"/>
                </a:moveTo>
                <a:lnTo>
                  <a:pt x="1150891" y="0"/>
                </a:lnTo>
                <a:lnTo>
                  <a:pt x="1150891" y="1184740"/>
                </a:lnTo>
                <a:lnTo>
                  <a:pt x="0" y="1184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55224" y="8528503"/>
            <a:ext cx="1150890" cy="1184740"/>
          </a:xfrm>
          <a:custGeom>
            <a:avLst/>
            <a:gdLst/>
            <a:ahLst/>
            <a:cxnLst/>
            <a:rect r="r" b="b" t="t" l="l"/>
            <a:pathLst>
              <a:path h="1184740" w="1150890">
                <a:moveTo>
                  <a:pt x="0" y="0"/>
                </a:moveTo>
                <a:lnTo>
                  <a:pt x="1150891" y="0"/>
                </a:lnTo>
                <a:lnTo>
                  <a:pt x="1150891" y="1184740"/>
                </a:lnTo>
                <a:lnTo>
                  <a:pt x="0" y="1184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4250" y="2462853"/>
            <a:ext cx="9304717" cy="1232512"/>
          </a:xfrm>
          <a:custGeom>
            <a:avLst/>
            <a:gdLst/>
            <a:ahLst/>
            <a:cxnLst/>
            <a:rect r="r" b="b" t="t" l="l"/>
            <a:pathLst>
              <a:path h="1232512" w="9304717">
                <a:moveTo>
                  <a:pt x="0" y="0"/>
                </a:moveTo>
                <a:lnTo>
                  <a:pt x="9304717" y="0"/>
                </a:lnTo>
                <a:lnTo>
                  <a:pt x="9304717" y="1232513"/>
                </a:lnTo>
                <a:lnTo>
                  <a:pt x="0" y="12325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638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16898" y="5591271"/>
            <a:ext cx="8971102" cy="1230279"/>
          </a:xfrm>
          <a:custGeom>
            <a:avLst/>
            <a:gdLst/>
            <a:ahLst/>
            <a:cxnLst/>
            <a:rect r="r" b="b" t="t" l="l"/>
            <a:pathLst>
              <a:path h="1230279" w="8971102">
                <a:moveTo>
                  <a:pt x="0" y="0"/>
                </a:moveTo>
                <a:lnTo>
                  <a:pt x="8971102" y="0"/>
                </a:lnTo>
                <a:lnTo>
                  <a:pt x="8971102" y="1230279"/>
                </a:lnTo>
                <a:lnTo>
                  <a:pt x="0" y="1230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1898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4277729"/>
            <a:ext cx="7720210" cy="114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8"/>
              </a:lnSpc>
            </a:pPr>
            <a:r>
              <a:rPr lang="en-US" b="true" sz="8016">
                <a:solidFill>
                  <a:srgbClr val="FFFFFF"/>
                </a:solidFill>
                <a:latin typeface="Loubag Medium"/>
                <a:ea typeface="Loubag Medium"/>
                <a:cs typeface="Loubag Medium"/>
                <a:sym typeface="Loubag Medium"/>
              </a:rPr>
              <a:t>input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34933" y="6888225"/>
            <a:ext cx="7720210" cy="114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8"/>
              </a:lnSpc>
            </a:pPr>
            <a:r>
              <a:rPr lang="en-US" b="true" sz="8016">
                <a:solidFill>
                  <a:srgbClr val="0D0608"/>
                </a:solidFill>
                <a:latin typeface="Loubag Medium"/>
                <a:ea typeface="Loubag Medium"/>
                <a:cs typeface="Loubag Medium"/>
                <a:sym typeface="Loubag Medium"/>
              </a:rPr>
              <a:t>0utput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68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3476354" y="4104444"/>
            <a:ext cx="10835690" cy="2078112"/>
            <a:chOff x="0" y="0"/>
            <a:chExt cx="6350000" cy="1217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2550"/>
              <a:ext cx="6350000" cy="1134008"/>
            </a:xfrm>
            <a:custGeom>
              <a:avLst/>
              <a:gdLst/>
              <a:ahLst/>
              <a:cxnLst/>
              <a:rect r="r" b="b" t="t" l="l"/>
              <a:pathLst>
                <a:path h="1134008" w="6350000">
                  <a:moveTo>
                    <a:pt x="5877560" y="149860"/>
                  </a:moveTo>
                  <a:cubicBezTo>
                    <a:pt x="5786120" y="208280"/>
                    <a:pt x="5713730" y="255270"/>
                    <a:pt x="5556250" y="255270"/>
                  </a:cubicBezTo>
                  <a:cubicBezTo>
                    <a:pt x="5398770" y="255270"/>
                    <a:pt x="5326380" y="209550"/>
                    <a:pt x="5234940" y="149860"/>
                  </a:cubicBezTo>
                  <a:cubicBezTo>
                    <a:pt x="5130800" y="82550"/>
                    <a:pt x="5001260" y="0"/>
                    <a:pt x="4762500" y="0"/>
                  </a:cubicBezTo>
                  <a:cubicBezTo>
                    <a:pt x="4523740" y="0"/>
                    <a:pt x="4394200" y="82550"/>
                    <a:pt x="4290060" y="148590"/>
                  </a:cubicBezTo>
                  <a:cubicBezTo>
                    <a:pt x="4198620" y="207010"/>
                    <a:pt x="4126230" y="254000"/>
                    <a:pt x="3968750" y="254000"/>
                  </a:cubicBezTo>
                  <a:cubicBezTo>
                    <a:pt x="3811270" y="254000"/>
                    <a:pt x="3738880" y="208280"/>
                    <a:pt x="3647440" y="148590"/>
                  </a:cubicBezTo>
                  <a:cubicBezTo>
                    <a:pt x="3543300" y="82550"/>
                    <a:pt x="3413760" y="0"/>
                    <a:pt x="3175000" y="0"/>
                  </a:cubicBezTo>
                  <a:cubicBezTo>
                    <a:pt x="2936240" y="0"/>
                    <a:pt x="2806700" y="82550"/>
                    <a:pt x="2702560" y="148590"/>
                  </a:cubicBezTo>
                  <a:cubicBezTo>
                    <a:pt x="2611120" y="207010"/>
                    <a:pt x="2538730" y="254000"/>
                    <a:pt x="2381250" y="254000"/>
                  </a:cubicBezTo>
                  <a:cubicBezTo>
                    <a:pt x="2223770" y="254000"/>
                    <a:pt x="2151380" y="208280"/>
                    <a:pt x="2059940" y="148590"/>
                  </a:cubicBezTo>
                  <a:cubicBezTo>
                    <a:pt x="1955800" y="82550"/>
                    <a:pt x="1826260" y="0"/>
                    <a:pt x="1587500" y="0"/>
                  </a:cubicBezTo>
                  <a:cubicBezTo>
                    <a:pt x="1348740" y="0"/>
                    <a:pt x="1219200" y="82550"/>
                    <a:pt x="1115060" y="148590"/>
                  </a:cubicBezTo>
                  <a:cubicBezTo>
                    <a:pt x="1023620" y="207010"/>
                    <a:pt x="951230" y="254000"/>
                    <a:pt x="793750" y="254000"/>
                  </a:cubicBezTo>
                  <a:cubicBezTo>
                    <a:pt x="636270" y="254000"/>
                    <a:pt x="563880" y="208280"/>
                    <a:pt x="472440" y="148590"/>
                  </a:cubicBezTo>
                  <a:cubicBezTo>
                    <a:pt x="368300" y="82550"/>
                    <a:pt x="238760" y="0"/>
                    <a:pt x="0" y="0"/>
                  </a:cubicBezTo>
                  <a:lnTo>
                    <a:pt x="0" y="1134008"/>
                  </a:lnTo>
                  <a:lnTo>
                    <a:pt x="6350000" y="1134008"/>
                  </a:lnTo>
                  <a:lnTo>
                    <a:pt x="6350000" y="0"/>
                  </a:lnTo>
                  <a:cubicBezTo>
                    <a:pt x="6111240" y="0"/>
                    <a:pt x="5981700" y="82550"/>
                    <a:pt x="5877560" y="1498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10459" y="3179678"/>
            <a:ext cx="1001909" cy="1031376"/>
          </a:xfrm>
          <a:custGeom>
            <a:avLst/>
            <a:gdLst/>
            <a:ahLst/>
            <a:cxnLst/>
            <a:rect r="r" b="b" t="t" l="l"/>
            <a:pathLst>
              <a:path h="1031376" w="1001909">
                <a:moveTo>
                  <a:pt x="0" y="0"/>
                </a:moveTo>
                <a:lnTo>
                  <a:pt x="1001909" y="0"/>
                </a:lnTo>
                <a:lnTo>
                  <a:pt x="1001909" y="1031376"/>
                </a:lnTo>
                <a:lnTo>
                  <a:pt x="0" y="1031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26650" y="436330"/>
            <a:ext cx="1150890" cy="1184740"/>
          </a:xfrm>
          <a:custGeom>
            <a:avLst/>
            <a:gdLst/>
            <a:ahLst/>
            <a:cxnLst/>
            <a:rect r="r" b="b" t="t" l="l"/>
            <a:pathLst>
              <a:path h="1184740" w="1150890">
                <a:moveTo>
                  <a:pt x="0" y="0"/>
                </a:moveTo>
                <a:lnTo>
                  <a:pt x="1150891" y="0"/>
                </a:lnTo>
                <a:lnTo>
                  <a:pt x="1150891" y="1184740"/>
                </a:lnTo>
                <a:lnTo>
                  <a:pt x="0" y="1184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55224" y="8528503"/>
            <a:ext cx="1150890" cy="1184740"/>
          </a:xfrm>
          <a:custGeom>
            <a:avLst/>
            <a:gdLst/>
            <a:ahLst/>
            <a:cxnLst/>
            <a:rect r="r" b="b" t="t" l="l"/>
            <a:pathLst>
              <a:path h="1184740" w="1150890">
                <a:moveTo>
                  <a:pt x="0" y="0"/>
                </a:moveTo>
                <a:lnTo>
                  <a:pt x="1150891" y="0"/>
                </a:lnTo>
                <a:lnTo>
                  <a:pt x="1150891" y="1184740"/>
                </a:lnTo>
                <a:lnTo>
                  <a:pt x="0" y="1184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854795"/>
            <a:ext cx="11350877" cy="2840571"/>
          </a:xfrm>
          <a:custGeom>
            <a:avLst/>
            <a:gdLst/>
            <a:ahLst/>
            <a:cxnLst/>
            <a:rect r="r" b="b" t="t" l="l"/>
            <a:pathLst>
              <a:path h="2840571" w="11350877">
                <a:moveTo>
                  <a:pt x="0" y="0"/>
                </a:moveTo>
                <a:lnTo>
                  <a:pt x="11350877" y="0"/>
                </a:lnTo>
                <a:lnTo>
                  <a:pt x="11350877" y="2840571"/>
                </a:lnTo>
                <a:lnTo>
                  <a:pt x="0" y="28405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19700" y="6138758"/>
            <a:ext cx="11110919" cy="1394488"/>
          </a:xfrm>
          <a:custGeom>
            <a:avLst/>
            <a:gdLst/>
            <a:ahLst/>
            <a:cxnLst/>
            <a:rect r="r" b="b" t="t" l="l"/>
            <a:pathLst>
              <a:path h="1394488" w="11110919">
                <a:moveTo>
                  <a:pt x="0" y="0"/>
                </a:moveTo>
                <a:lnTo>
                  <a:pt x="11110919" y="0"/>
                </a:lnTo>
                <a:lnTo>
                  <a:pt x="11110919" y="1394487"/>
                </a:lnTo>
                <a:lnTo>
                  <a:pt x="0" y="13944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11414" y="3995253"/>
            <a:ext cx="7720210" cy="114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8"/>
              </a:lnSpc>
            </a:pPr>
            <a:r>
              <a:rPr lang="en-US" b="true" sz="8016">
                <a:solidFill>
                  <a:srgbClr val="FFFFFF"/>
                </a:solidFill>
                <a:latin typeface="Loubag Medium"/>
                <a:ea typeface="Loubag Medium"/>
                <a:cs typeface="Loubag Medium"/>
                <a:sym typeface="Loubag Medium"/>
              </a:rPr>
              <a:t>input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34933" y="8110053"/>
            <a:ext cx="7720210" cy="114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8"/>
              </a:lnSpc>
            </a:pPr>
            <a:r>
              <a:rPr lang="en-US" b="true" sz="8016">
                <a:solidFill>
                  <a:srgbClr val="0D0608"/>
                </a:solidFill>
                <a:latin typeface="Loubag Medium"/>
                <a:ea typeface="Loubag Medium"/>
                <a:cs typeface="Loubag Medium"/>
                <a:sym typeface="Loubag Medium"/>
              </a:rPr>
              <a:t>0utput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68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3476354" y="4104444"/>
            <a:ext cx="10835690" cy="2078112"/>
            <a:chOff x="0" y="0"/>
            <a:chExt cx="6350000" cy="1217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2550"/>
              <a:ext cx="6350000" cy="1134008"/>
            </a:xfrm>
            <a:custGeom>
              <a:avLst/>
              <a:gdLst/>
              <a:ahLst/>
              <a:cxnLst/>
              <a:rect r="r" b="b" t="t" l="l"/>
              <a:pathLst>
                <a:path h="1134008" w="6350000">
                  <a:moveTo>
                    <a:pt x="5877560" y="149860"/>
                  </a:moveTo>
                  <a:cubicBezTo>
                    <a:pt x="5786120" y="208280"/>
                    <a:pt x="5713730" y="255270"/>
                    <a:pt x="5556250" y="255270"/>
                  </a:cubicBezTo>
                  <a:cubicBezTo>
                    <a:pt x="5398770" y="255270"/>
                    <a:pt x="5326380" y="209550"/>
                    <a:pt x="5234940" y="149860"/>
                  </a:cubicBezTo>
                  <a:cubicBezTo>
                    <a:pt x="5130800" y="82550"/>
                    <a:pt x="5001260" y="0"/>
                    <a:pt x="4762500" y="0"/>
                  </a:cubicBezTo>
                  <a:cubicBezTo>
                    <a:pt x="4523740" y="0"/>
                    <a:pt x="4394200" y="82550"/>
                    <a:pt x="4290060" y="148590"/>
                  </a:cubicBezTo>
                  <a:cubicBezTo>
                    <a:pt x="4198620" y="207010"/>
                    <a:pt x="4126230" y="254000"/>
                    <a:pt x="3968750" y="254000"/>
                  </a:cubicBezTo>
                  <a:cubicBezTo>
                    <a:pt x="3811270" y="254000"/>
                    <a:pt x="3738880" y="208280"/>
                    <a:pt x="3647440" y="148590"/>
                  </a:cubicBezTo>
                  <a:cubicBezTo>
                    <a:pt x="3543300" y="82550"/>
                    <a:pt x="3413760" y="0"/>
                    <a:pt x="3175000" y="0"/>
                  </a:cubicBezTo>
                  <a:cubicBezTo>
                    <a:pt x="2936240" y="0"/>
                    <a:pt x="2806700" y="82550"/>
                    <a:pt x="2702560" y="148590"/>
                  </a:cubicBezTo>
                  <a:cubicBezTo>
                    <a:pt x="2611120" y="207010"/>
                    <a:pt x="2538730" y="254000"/>
                    <a:pt x="2381250" y="254000"/>
                  </a:cubicBezTo>
                  <a:cubicBezTo>
                    <a:pt x="2223770" y="254000"/>
                    <a:pt x="2151380" y="208280"/>
                    <a:pt x="2059940" y="148590"/>
                  </a:cubicBezTo>
                  <a:cubicBezTo>
                    <a:pt x="1955800" y="82550"/>
                    <a:pt x="1826260" y="0"/>
                    <a:pt x="1587500" y="0"/>
                  </a:cubicBezTo>
                  <a:cubicBezTo>
                    <a:pt x="1348740" y="0"/>
                    <a:pt x="1219200" y="82550"/>
                    <a:pt x="1115060" y="148590"/>
                  </a:cubicBezTo>
                  <a:cubicBezTo>
                    <a:pt x="1023620" y="207010"/>
                    <a:pt x="951230" y="254000"/>
                    <a:pt x="793750" y="254000"/>
                  </a:cubicBezTo>
                  <a:cubicBezTo>
                    <a:pt x="636270" y="254000"/>
                    <a:pt x="563880" y="208280"/>
                    <a:pt x="472440" y="148590"/>
                  </a:cubicBezTo>
                  <a:cubicBezTo>
                    <a:pt x="368300" y="82550"/>
                    <a:pt x="238760" y="0"/>
                    <a:pt x="0" y="0"/>
                  </a:cubicBezTo>
                  <a:lnTo>
                    <a:pt x="0" y="1134008"/>
                  </a:lnTo>
                  <a:lnTo>
                    <a:pt x="6350000" y="1134008"/>
                  </a:lnTo>
                  <a:lnTo>
                    <a:pt x="6350000" y="0"/>
                  </a:lnTo>
                  <a:cubicBezTo>
                    <a:pt x="6111240" y="0"/>
                    <a:pt x="5981700" y="82550"/>
                    <a:pt x="5877560" y="1498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10459" y="3179678"/>
            <a:ext cx="1001909" cy="1031376"/>
          </a:xfrm>
          <a:custGeom>
            <a:avLst/>
            <a:gdLst/>
            <a:ahLst/>
            <a:cxnLst/>
            <a:rect r="r" b="b" t="t" l="l"/>
            <a:pathLst>
              <a:path h="1031376" w="1001909">
                <a:moveTo>
                  <a:pt x="0" y="0"/>
                </a:moveTo>
                <a:lnTo>
                  <a:pt x="1001909" y="0"/>
                </a:lnTo>
                <a:lnTo>
                  <a:pt x="1001909" y="1031376"/>
                </a:lnTo>
                <a:lnTo>
                  <a:pt x="0" y="1031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26650" y="436330"/>
            <a:ext cx="1150890" cy="1184740"/>
          </a:xfrm>
          <a:custGeom>
            <a:avLst/>
            <a:gdLst/>
            <a:ahLst/>
            <a:cxnLst/>
            <a:rect r="r" b="b" t="t" l="l"/>
            <a:pathLst>
              <a:path h="1184740" w="1150890">
                <a:moveTo>
                  <a:pt x="0" y="0"/>
                </a:moveTo>
                <a:lnTo>
                  <a:pt x="1150891" y="0"/>
                </a:lnTo>
                <a:lnTo>
                  <a:pt x="1150891" y="1184740"/>
                </a:lnTo>
                <a:lnTo>
                  <a:pt x="0" y="1184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55224" y="8528503"/>
            <a:ext cx="1150890" cy="1184740"/>
          </a:xfrm>
          <a:custGeom>
            <a:avLst/>
            <a:gdLst/>
            <a:ahLst/>
            <a:cxnLst/>
            <a:rect r="r" b="b" t="t" l="l"/>
            <a:pathLst>
              <a:path h="1184740" w="1150890">
                <a:moveTo>
                  <a:pt x="0" y="0"/>
                </a:moveTo>
                <a:lnTo>
                  <a:pt x="1150891" y="0"/>
                </a:lnTo>
                <a:lnTo>
                  <a:pt x="1150891" y="1184740"/>
                </a:lnTo>
                <a:lnTo>
                  <a:pt x="0" y="1184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7884" y="2610496"/>
            <a:ext cx="7421462" cy="4211054"/>
          </a:xfrm>
          <a:custGeom>
            <a:avLst/>
            <a:gdLst/>
            <a:ahLst/>
            <a:cxnLst/>
            <a:rect r="r" b="b" t="t" l="l"/>
            <a:pathLst>
              <a:path h="4211054" w="7421462">
                <a:moveTo>
                  <a:pt x="0" y="0"/>
                </a:moveTo>
                <a:lnTo>
                  <a:pt x="7421462" y="0"/>
                </a:lnTo>
                <a:lnTo>
                  <a:pt x="7421462" y="4211054"/>
                </a:lnTo>
                <a:lnTo>
                  <a:pt x="0" y="42110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44178" y="3523984"/>
            <a:ext cx="9110965" cy="3101605"/>
          </a:xfrm>
          <a:custGeom>
            <a:avLst/>
            <a:gdLst/>
            <a:ahLst/>
            <a:cxnLst/>
            <a:rect r="r" b="b" t="t" l="l"/>
            <a:pathLst>
              <a:path h="3101605" w="9110965">
                <a:moveTo>
                  <a:pt x="0" y="0"/>
                </a:moveTo>
                <a:lnTo>
                  <a:pt x="9110965" y="0"/>
                </a:lnTo>
                <a:lnTo>
                  <a:pt x="9110965" y="3101605"/>
                </a:lnTo>
                <a:lnTo>
                  <a:pt x="0" y="31016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7884" y="6888225"/>
            <a:ext cx="7720210" cy="114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8"/>
              </a:lnSpc>
            </a:pPr>
            <a:r>
              <a:rPr lang="en-US" b="true" sz="8016">
                <a:solidFill>
                  <a:srgbClr val="FFFFFF"/>
                </a:solidFill>
                <a:latin typeface="Loubag Medium"/>
                <a:ea typeface="Loubag Medium"/>
                <a:cs typeface="Loubag Medium"/>
                <a:sym typeface="Loubag Medium"/>
              </a:rPr>
              <a:t>input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34933" y="6888225"/>
            <a:ext cx="7720210" cy="114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8"/>
              </a:lnSpc>
            </a:pPr>
            <a:r>
              <a:rPr lang="en-US" b="true" sz="8016">
                <a:solidFill>
                  <a:srgbClr val="0D0608"/>
                </a:solidFill>
                <a:latin typeface="Loubag Medium"/>
                <a:ea typeface="Loubag Medium"/>
                <a:cs typeface="Loubag Medium"/>
                <a:sym typeface="Loubag Medium"/>
              </a:rPr>
              <a:t>0utput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68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3476354" y="4104444"/>
            <a:ext cx="10835690" cy="2078112"/>
            <a:chOff x="0" y="0"/>
            <a:chExt cx="6350000" cy="1217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2550"/>
              <a:ext cx="6350000" cy="1134008"/>
            </a:xfrm>
            <a:custGeom>
              <a:avLst/>
              <a:gdLst/>
              <a:ahLst/>
              <a:cxnLst/>
              <a:rect r="r" b="b" t="t" l="l"/>
              <a:pathLst>
                <a:path h="1134008" w="6350000">
                  <a:moveTo>
                    <a:pt x="5877560" y="149860"/>
                  </a:moveTo>
                  <a:cubicBezTo>
                    <a:pt x="5786120" y="208280"/>
                    <a:pt x="5713730" y="255270"/>
                    <a:pt x="5556250" y="255270"/>
                  </a:cubicBezTo>
                  <a:cubicBezTo>
                    <a:pt x="5398770" y="255270"/>
                    <a:pt x="5326380" y="209550"/>
                    <a:pt x="5234940" y="149860"/>
                  </a:cubicBezTo>
                  <a:cubicBezTo>
                    <a:pt x="5130800" y="82550"/>
                    <a:pt x="5001260" y="0"/>
                    <a:pt x="4762500" y="0"/>
                  </a:cubicBezTo>
                  <a:cubicBezTo>
                    <a:pt x="4523740" y="0"/>
                    <a:pt x="4394200" y="82550"/>
                    <a:pt x="4290060" y="148590"/>
                  </a:cubicBezTo>
                  <a:cubicBezTo>
                    <a:pt x="4198620" y="207010"/>
                    <a:pt x="4126230" y="254000"/>
                    <a:pt x="3968750" y="254000"/>
                  </a:cubicBezTo>
                  <a:cubicBezTo>
                    <a:pt x="3811270" y="254000"/>
                    <a:pt x="3738880" y="208280"/>
                    <a:pt x="3647440" y="148590"/>
                  </a:cubicBezTo>
                  <a:cubicBezTo>
                    <a:pt x="3543300" y="82550"/>
                    <a:pt x="3413760" y="0"/>
                    <a:pt x="3175000" y="0"/>
                  </a:cubicBezTo>
                  <a:cubicBezTo>
                    <a:pt x="2936240" y="0"/>
                    <a:pt x="2806700" y="82550"/>
                    <a:pt x="2702560" y="148590"/>
                  </a:cubicBezTo>
                  <a:cubicBezTo>
                    <a:pt x="2611120" y="207010"/>
                    <a:pt x="2538730" y="254000"/>
                    <a:pt x="2381250" y="254000"/>
                  </a:cubicBezTo>
                  <a:cubicBezTo>
                    <a:pt x="2223770" y="254000"/>
                    <a:pt x="2151380" y="208280"/>
                    <a:pt x="2059940" y="148590"/>
                  </a:cubicBezTo>
                  <a:cubicBezTo>
                    <a:pt x="1955800" y="82550"/>
                    <a:pt x="1826260" y="0"/>
                    <a:pt x="1587500" y="0"/>
                  </a:cubicBezTo>
                  <a:cubicBezTo>
                    <a:pt x="1348740" y="0"/>
                    <a:pt x="1219200" y="82550"/>
                    <a:pt x="1115060" y="148590"/>
                  </a:cubicBezTo>
                  <a:cubicBezTo>
                    <a:pt x="1023620" y="207010"/>
                    <a:pt x="951230" y="254000"/>
                    <a:pt x="793750" y="254000"/>
                  </a:cubicBezTo>
                  <a:cubicBezTo>
                    <a:pt x="636270" y="254000"/>
                    <a:pt x="563880" y="208280"/>
                    <a:pt x="472440" y="148590"/>
                  </a:cubicBezTo>
                  <a:cubicBezTo>
                    <a:pt x="368300" y="82550"/>
                    <a:pt x="238760" y="0"/>
                    <a:pt x="0" y="0"/>
                  </a:cubicBezTo>
                  <a:lnTo>
                    <a:pt x="0" y="1134008"/>
                  </a:lnTo>
                  <a:lnTo>
                    <a:pt x="6350000" y="1134008"/>
                  </a:lnTo>
                  <a:lnTo>
                    <a:pt x="6350000" y="0"/>
                  </a:lnTo>
                  <a:cubicBezTo>
                    <a:pt x="6111240" y="0"/>
                    <a:pt x="5981700" y="82550"/>
                    <a:pt x="5877560" y="1498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10459" y="3179678"/>
            <a:ext cx="1001909" cy="1031376"/>
          </a:xfrm>
          <a:custGeom>
            <a:avLst/>
            <a:gdLst/>
            <a:ahLst/>
            <a:cxnLst/>
            <a:rect r="r" b="b" t="t" l="l"/>
            <a:pathLst>
              <a:path h="1031376" w="1001909">
                <a:moveTo>
                  <a:pt x="0" y="0"/>
                </a:moveTo>
                <a:lnTo>
                  <a:pt x="1001909" y="0"/>
                </a:lnTo>
                <a:lnTo>
                  <a:pt x="1001909" y="1031376"/>
                </a:lnTo>
                <a:lnTo>
                  <a:pt x="0" y="10313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26650" y="436330"/>
            <a:ext cx="1150890" cy="1184740"/>
          </a:xfrm>
          <a:custGeom>
            <a:avLst/>
            <a:gdLst/>
            <a:ahLst/>
            <a:cxnLst/>
            <a:rect r="r" b="b" t="t" l="l"/>
            <a:pathLst>
              <a:path h="1184740" w="1150890">
                <a:moveTo>
                  <a:pt x="0" y="0"/>
                </a:moveTo>
                <a:lnTo>
                  <a:pt x="1150891" y="0"/>
                </a:lnTo>
                <a:lnTo>
                  <a:pt x="1150891" y="1184740"/>
                </a:lnTo>
                <a:lnTo>
                  <a:pt x="0" y="1184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55224" y="8528503"/>
            <a:ext cx="1150890" cy="1184740"/>
          </a:xfrm>
          <a:custGeom>
            <a:avLst/>
            <a:gdLst/>
            <a:ahLst/>
            <a:cxnLst/>
            <a:rect r="r" b="b" t="t" l="l"/>
            <a:pathLst>
              <a:path h="1184740" w="1150890">
                <a:moveTo>
                  <a:pt x="0" y="0"/>
                </a:moveTo>
                <a:lnTo>
                  <a:pt x="1150891" y="0"/>
                </a:lnTo>
                <a:lnTo>
                  <a:pt x="1150891" y="1184740"/>
                </a:lnTo>
                <a:lnTo>
                  <a:pt x="0" y="1184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0612" y="1218209"/>
            <a:ext cx="6826462" cy="5836698"/>
          </a:xfrm>
          <a:custGeom>
            <a:avLst/>
            <a:gdLst/>
            <a:ahLst/>
            <a:cxnLst/>
            <a:rect r="r" b="b" t="t" l="l"/>
            <a:pathLst>
              <a:path h="5836698" w="6826462">
                <a:moveTo>
                  <a:pt x="0" y="0"/>
                </a:moveTo>
                <a:lnTo>
                  <a:pt x="6826462" y="0"/>
                </a:lnTo>
                <a:lnTo>
                  <a:pt x="6826462" y="5836698"/>
                </a:lnTo>
                <a:lnTo>
                  <a:pt x="0" y="58366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55224" y="3869902"/>
            <a:ext cx="10144936" cy="2547196"/>
          </a:xfrm>
          <a:custGeom>
            <a:avLst/>
            <a:gdLst/>
            <a:ahLst/>
            <a:cxnLst/>
            <a:rect r="r" b="b" t="t" l="l"/>
            <a:pathLst>
              <a:path h="2547196" w="10144936">
                <a:moveTo>
                  <a:pt x="0" y="0"/>
                </a:moveTo>
                <a:lnTo>
                  <a:pt x="10144936" y="0"/>
                </a:lnTo>
                <a:lnTo>
                  <a:pt x="10144936" y="2547196"/>
                </a:lnTo>
                <a:lnTo>
                  <a:pt x="0" y="25471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5986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7380256"/>
            <a:ext cx="7720210" cy="114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8"/>
              </a:lnSpc>
            </a:pPr>
            <a:r>
              <a:rPr lang="en-US" b="true" sz="8016">
                <a:solidFill>
                  <a:srgbClr val="FFFFFF"/>
                </a:solidFill>
                <a:latin typeface="Loubag Medium"/>
                <a:ea typeface="Loubag Medium"/>
                <a:cs typeface="Loubag Medium"/>
                <a:sym typeface="Loubag Medium"/>
              </a:rPr>
              <a:t>input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39090" y="7380256"/>
            <a:ext cx="7720210" cy="1148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8"/>
              </a:lnSpc>
            </a:pPr>
            <a:r>
              <a:rPr lang="en-US" b="true" sz="8016">
                <a:solidFill>
                  <a:srgbClr val="0D0608"/>
                </a:solidFill>
                <a:latin typeface="Loubag Medium"/>
                <a:ea typeface="Loubag Medium"/>
                <a:cs typeface="Loubag Medium"/>
                <a:sym typeface="Loubag Medium"/>
              </a:rPr>
              <a:t>0utput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468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408465">
            <a:off x="5317292" y="-2172485"/>
            <a:ext cx="12692826" cy="14276185"/>
          </a:xfrm>
          <a:custGeom>
            <a:avLst/>
            <a:gdLst/>
            <a:ahLst/>
            <a:cxnLst/>
            <a:rect r="r" b="b" t="t" l="l"/>
            <a:pathLst>
              <a:path h="14276185" w="12692826">
                <a:moveTo>
                  <a:pt x="0" y="0"/>
                </a:moveTo>
                <a:lnTo>
                  <a:pt x="12692826" y="0"/>
                </a:lnTo>
                <a:lnTo>
                  <a:pt x="12692826" y="14276185"/>
                </a:lnTo>
                <a:lnTo>
                  <a:pt x="0" y="14276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21224" y="2925805"/>
            <a:ext cx="8171505" cy="228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8"/>
              </a:lnSpc>
            </a:pPr>
            <a:r>
              <a:rPr lang="en-US" b="true" sz="8016">
                <a:solidFill>
                  <a:srgbClr val="231F20"/>
                </a:solidFill>
                <a:latin typeface="Loubag Medium"/>
                <a:ea typeface="Loubag Medium"/>
                <a:cs typeface="Loubag Medium"/>
                <a:sym typeface="Loubag Medium"/>
              </a:rPr>
              <a:t>Thank you for listening!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25680" y="2859130"/>
            <a:ext cx="8118990" cy="11813346"/>
          </a:xfrm>
          <a:custGeom>
            <a:avLst/>
            <a:gdLst/>
            <a:ahLst/>
            <a:cxnLst/>
            <a:rect r="r" b="b" t="t" l="l"/>
            <a:pathLst>
              <a:path h="11813346" w="8118990">
                <a:moveTo>
                  <a:pt x="0" y="0"/>
                </a:moveTo>
                <a:lnTo>
                  <a:pt x="8118990" y="0"/>
                </a:lnTo>
                <a:lnTo>
                  <a:pt x="8118990" y="11813346"/>
                </a:lnTo>
                <a:lnTo>
                  <a:pt x="0" y="11813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68344" y="1362115"/>
            <a:ext cx="972008" cy="1000596"/>
          </a:xfrm>
          <a:custGeom>
            <a:avLst/>
            <a:gdLst/>
            <a:ahLst/>
            <a:cxnLst/>
            <a:rect r="r" b="b" t="t" l="l"/>
            <a:pathLst>
              <a:path h="1000596" w="972008">
                <a:moveTo>
                  <a:pt x="0" y="0"/>
                </a:moveTo>
                <a:lnTo>
                  <a:pt x="972008" y="0"/>
                </a:lnTo>
                <a:lnTo>
                  <a:pt x="972008" y="1000597"/>
                </a:lnTo>
                <a:lnTo>
                  <a:pt x="0" y="10005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6531" y="3080137"/>
            <a:ext cx="1492617" cy="1536518"/>
          </a:xfrm>
          <a:custGeom>
            <a:avLst/>
            <a:gdLst/>
            <a:ahLst/>
            <a:cxnLst/>
            <a:rect r="r" b="b" t="t" l="l"/>
            <a:pathLst>
              <a:path h="1536518" w="1492617">
                <a:moveTo>
                  <a:pt x="0" y="0"/>
                </a:moveTo>
                <a:lnTo>
                  <a:pt x="1492617" y="0"/>
                </a:lnTo>
                <a:lnTo>
                  <a:pt x="1492617" y="1536518"/>
                </a:lnTo>
                <a:lnTo>
                  <a:pt x="0" y="15365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12991" y="8490041"/>
            <a:ext cx="1492617" cy="1536518"/>
          </a:xfrm>
          <a:custGeom>
            <a:avLst/>
            <a:gdLst/>
            <a:ahLst/>
            <a:cxnLst/>
            <a:rect r="r" b="b" t="t" l="l"/>
            <a:pathLst>
              <a:path h="1536518" w="1492617">
                <a:moveTo>
                  <a:pt x="0" y="0"/>
                </a:moveTo>
                <a:lnTo>
                  <a:pt x="1492618" y="0"/>
                </a:lnTo>
                <a:lnTo>
                  <a:pt x="1492618" y="1536518"/>
                </a:lnTo>
                <a:lnTo>
                  <a:pt x="0" y="15365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4847" t="-296347" r="-724937" b="-54461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4523" y="361519"/>
            <a:ext cx="972008" cy="1000596"/>
          </a:xfrm>
          <a:custGeom>
            <a:avLst/>
            <a:gdLst/>
            <a:ahLst/>
            <a:cxnLst/>
            <a:rect r="r" b="b" t="t" l="l"/>
            <a:pathLst>
              <a:path h="1000596" w="972008">
                <a:moveTo>
                  <a:pt x="0" y="0"/>
                </a:moveTo>
                <a:lnTo>
                  <a:pt x="972008" y="0"/>
                </a:lnTo>
                <a:lnTo>
                  <a:pt x="972008" y="1000596"/>
                </a:lnTo>
                <a:lnTo>
                  <a:pt x="0" y="10005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44847" t="-296347" r="-724937" b="-54461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DAFy_g8aotE</dc:identifier>
  <dcterms:modified xsi:type="dcterms:W3CDTF">2011-08-01T06:04:30Z</dcterms:modified>
  <cp:revision>1</cp:revision>
  <dc:title>SHOPPING CART</dc:title>
</cp:coreProperties>
</file>